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제목"/>
          <p:cNvSpPr/>
          <p:nvPr/>
        </p:nvSpPr>
        <p:spPr>
          <a:xfrm>
            <a:off x="914400" y="2000000"/>
            <a:ext cx="10363200" cy="1400000"/>
          </a:xfrm>
          <a:prstGeom prst="roundRect">
            <a:avLst/>
          </a:prstGeom>
          <a:solidFill>
            <a:srgbClr val="2F5BEA"/>
          </a:solidFill>
        </p:spPr>
        <p:txBody>
          <a:bodyPr anchor="ctr"/>
          <a:lstStyle/>
          <a:p>
            <a:r>
              <a:rPr lang="ko-KR" sz="4400" b="1">
                <a:solidFill>
                  <a:srgbClr val="FFFFFF"/>
                </a:solidFill>
                <a:latin typeface="Malgun Gothic"/>
                <a:ea typeface="맑은 고딕"/>
              </a:rPr>
              <a:t>Flowbit 첨부 미리보기</a:t>
            </a:r>
          </a:p>
        </p:txBody>
      </p:sp>
      <p:sp>
        <p:nvSpPr>
          <p:cNvPr id="3" name="부제"/>
          <p:cNvSpPr/>
          <p:nvPr/>
        </p:nvSpPr>
        <p:spPr>
          <a:xfrm>
            <a:off x="914400" y="3700000"/>
            <a:ext cx="10363200" cy="800000"/>
          </a:xfrm>
          <a:prstGeom prst="roundRect">
            <a:avLst/>
          </a:prstGeom>
          <a:noFill/>
        </p:spPr>
        <p:txBody>
          <a:bodyPr anchor="ctr"/>
          <a:lstStyle/>
          <a:p>
            <a:r>
              <a:rPr lang="ko-KR" sz="2400" b="1">
                <a:solidFill>
                  <a:srgbClr val="444444"/>
                </a:solidFill>
                <a:latin typeface="Malgun Gothic"/>
                <a:ea typeface="맑은 고딕"/>
              </a:rPr>
              <a:t>Word · Excel · PowerPoint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항목"/>
          <p:cNvSpPr/>
          <p:nvPr/>
        </p:nvSpPr>
        <p:spPr>
          <a:xfrm>
            <a:off x="914400" y="914400"/>
            <a:ext cx="10363200" cy="900000"/>
          </a:xfrm>
          <a:prstGeom prst="roundRect">
            <a:avLst/>
          </a:prstGeom>
          <a:solidFill>
            <a:srgbClr val="E8EDFD"/>
          </a:solidFill>
        </p:spPr>
        <p:txBody>
          <a:bodyPr anchor="ctr"/>
          <a:lstStyle/>
          <a:p>
            <a:r>
              <a:rPr lang="ko-KR" sz="3200" b="1">
                <a:solidFill>
                  <a:srgbClr val="2F5BEA"/>
                </a:solidFill>
                <a:latin typeface="Malgun Gothic"/>
                <a:ea typeface="맑은 고딕"/>
              </a:rPr>
              <a:t>2. 지원 형식</a:t>
            </a:r>
          </a:p>
        </p:txBody>
      </p:sp>
      <p:sp>
        <p:nvSpPr>
          <p:cNvPr id="3" name="내용"/>
          <p:cNvSpPr/>
          <p:nvPr/>
        </p:nvSpPr>
        <p:spPr>
          <a:xfrm>
            <a:off x="914400" y="2200000"/>
            <a:ext cx="10363200" cy="2400000"/>
          </a:xfrm>
          <a:prstGeom prst="roundRect">
            <a:avLst/>
          </a:prstGeom>
          <a:noFill/>
        </p:spPr>
        <p:txBody>
          <a:bodyPr anchor="ctr"/>
          <a:lstStyle/>
          <a:p>
            <a:r>
              <a:rPr lang="ko-KR" sz="2800" b="1">
                <a:solidFill>
                  <a:srgbClr val="222222"/>
                </a:solidFill>
                <a:latin typeface="Malgun Gothic"/>
                <a:ea typeface="맑은 고딕"/>
              </a:rPr>
              <a:t>docx · xlsx · pptx 를 서버 변환 없이 브라우저에서 그립니다.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